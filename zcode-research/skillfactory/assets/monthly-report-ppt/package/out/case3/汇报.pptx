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F3B57"/>
                </a:solidFill>
                <a:latin typeface="Microsoft YaHei"/>
                <a:ea typeface="Microsoft YaHei"/>
              </a:rPr>
              <a:t>月度工作汇报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0">
                <a:latin typeface="Microsoft YaHei"/>
                <a:ea typeface="Microsoft YaHei"/>
              </a:rPr>
              <a:t>数据来源：case3.xlsx</a:t>
            </a:r>
          </a:p>
          <a:p>
            <a:pPr algn="ctr">
              <a:spcAft>
                <a:spcPts val="1000"/>
              </a:spcAft>
            </a:pPr>
            <a:r>
              <a:rPr sz="1800" b="0">
                <a:latin typeface="Microsoft YaHei"/>
                <a:ea typeface="Microsoft YaHei"/>
              </a:rPr>
              <a:t>统计区间：2026-08 ~ 2026-09（2 个月）</a:t>
            </a:r>
          </a:p>
          <a:p>
            <a:pPr algn="ctr">
              <a:spcAft>
                <a:spcPts val="600"/>
              </a:spcAft>
            </a:pPr>
            <a:r>
              <a:rPr sz="1800" b="0">
                <a:latin typeface="Microsoft YaHei"/>
                <a:ea typeface="Microsoft YaHei"/>
              </a:rPr>
              <a:t>有效记录 7 条 ｜ 数量合计 22 ｜ 完成率 57.1%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数据来源：case3.xlsx ｜ 口径：剔除空行与完全重复行；缺失数量按 0 计，缺失日期不计入月度趋势；完成=状态恰为「已完成/完成」 ｜ 第 1 页 / 共 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行数：原始 9 条，剔除重复 2 条、空行 0 条，去重后有效 7 条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覆盖月份：2026-08 ~ 2026-09（2 个月）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数量合计：22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条目最多类别：线上运维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完成率：57.1%（已完成 4 / 7）</a:t>
            </a:r>
          </a:p>
          <a:p>
            <a:pPr>
              <a:spcAft>
                <a:spcPts val="1200"/>
              </a:spcAft>
            </a:pPr>
            <a:r>
              <a:rPr sz="1500" b="0">
                <a:latin typeface="Microsoft YaHei"/>
                <a:ea typeface="Microsoft YaHei"/>
              </a:rPr>
              <a:t>• 缺失说明：缺失日期 0 行（不计入月度趋势）；缺失数量 0 行（按 0 计入合计）</a:t>
            </a:r>
          </a:p>
        </p:txBody>
      </p:sp>
      <p:pic>
        <p:nvPicPr>
          <p:cNvPr id="4" name="Picture 3" descr="月度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63040"/>
            <a:ext cx="4937760" cy="2777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数据来源：case3.xlsx ｜ 口径：剔除空行与完全重复行；缺失数量按 0 计，缺失日期不计入月度趋势；完成=状态恰为「已完成/完成」 ｜ 第 2 页 / 共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类别明细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6309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条目数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数量合计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占比</a:t>
                      </a:r>
                    </a:p>
                  </a:txBody>
                  <a:tcPr anchor="ctr">
                    <a:solidFill>
                      <a:srgbClr val="2F559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线上运维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42.9%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需求开发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28.6%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团队协作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14.3%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Microsoft YaHei"/>
                          <a:ea typeface="Microsoft YaHei"/>
                        </a:rPr>
                        <a:t>技术调研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Microsoft YaHei"/>
                          <a:ea typeface="Microsoft YaHei"/>
                        </a:rPr>
                        <a:t>14.3%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合计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22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Microsoft YaHei"/>
                          <a:ea typeface="Microsoft YaHei"/>
                        </a:rPr>
                        <a:t>100%</a:t>
                      </a:r>
                    </a:p>
                  </a:txBody>
                  <a:tcPr anchor="ctr"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类别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663440" cy="26231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数据来源：case3.xlsx ｜ 口径：剔除空行与完全重复行；缺失数量按 0 计，缺失日期不计入月度趋势；完成=状态恰为「已完成/完成」 ｜ 第 3 页 / 共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3B57"/>
                </a:solidFill>
                <a:latin typeface="Microsoft YaHei"/>
                <a:ea typeface="Microsoft YaHei"/>
              </a:rPr>
              <a:t>结论与下月计划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5623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latin typeface="Microsoft YaHei"/>
                <a:ea typeface="Microsoft YaHei"/>
              </a:rPr>
              <a:t>结论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记录规模：原始 9 条，剔除重复 2 条、空行 0 条，有效 7 条，数量合计 22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覆盖 2026-08 ~ 2026-09（2 个月），条目最多类别为「线上运维」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趋势：末月 2026-09（16）较首月 2026-08（6）上升 166.7%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完成情况：已完成 4 条（完成率 57.1%），未完成 3 条，其中阻塞 0 条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数据质量：缺失日期 0 行、缺失数量 0 行（缺失数量按 0 计入合计，缺失日期不计入月度趋势）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188720"/>
            <a:ext cx="5349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latin typeface="Microsoft YaHei"/>
                <a:ea typeface="Microsoft YaHei"/>
              </a:rPr>
              <a:t>下月计划（2026-10）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最大投入类别「线上运维」保持投入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3 条未完成事项逐项跟进</a:t>
            </a:r>
          </a:p>
          <a:p>
            <a:pPr>
              <a:spcAft>
                <a:spcPts val="900"/>
              </a:spcAft>
            </a:pPr>
            <a:r>
              <a:rPr sz="1300" b="0">
                <a:latin typeface="Microsoft YaHei"/>
                <a:ea typeface="Microsoft YaHei"/>
              </a:rPr>
              <a:t>• 沿用本报表口径按月复盘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数据来源：case3.xlsx ｜ 口径：剔除空行与完全重复行；缺失数量按 0 计，缺失日期不计入月度趋势；完成=状态恰为「已完成/完成」 ｜ 第 4 页 / 共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月度工作汇报</dc:title>
  <dc:subject/>
  <dc:creator>monthly-report-ppt</dc:creator>
  <cp:keywords/>
  <dc:description/>
  <cp:lastModifiedBy>monthly-report-ppt</cp:lastModifiedBy>
  <cp:revision>1</cp:revision>
  <dcterms:created xsi:type="dcterms:W3CDTF">1980-01-01T00:00:00Z</dcterms:created>
  <dcterms:modified xsi:type="dcterms:W3CDTF">1980-01-01T00:00:00Z</dcterms:modified>
  <cp:category/>
</cp:coreProperties>
</file>