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数据来源：case3.xlsx ｜ 统计区间：2026-08 ~ 2026-09</a:t>
            </a:r>
          </a:p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有效记录 7 条 · 数量合计 22 · 完成率 57.1%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本演示由 oracle.py 确定性生成（openpyxl + matplotlib + python-pptx）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原始行数 9（重复 2 行已剔除、空行 0 行已跳过）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去重后有效记录 7 条，覆盖 2 个月（2026-08 ~ 2026-09）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数量合计 22；条目最多类别：「线上运维」（3 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已完成 4 条，完成率 57.1%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数据缺失：日期 0 行（未计入趋势）、数量 0 行（按 0 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附图 3 张：月度趋势 / 类别分布 / 状态占比</a:t>
            </a:r>
          </a:p>
        </p:txBody>
      </p:sp>
      <p:pic>
        <p:nvPicPr>
          <p:cNvPr id="5" name="Picture 4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8521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数据来源：case3.xlsx ｜ 口径：去重后行级统计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类别明细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463040"/>
                <a:gridCol w="118872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条目数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线上运维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42.9%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需求开发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28.6%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团队协作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技术调研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注：类别缺失的行归入「未分类」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结论与下月计划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记录规模：原始 9 行，剔除重复 2 行、空行 0 行后有效 7 条，数量合计 22。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覆盖 2 个月（2026-08 ~ 2026-09）；条目最多的类别为「线上运维」，共 3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趋势：末月（2026-09）数量合计 16，较首月（2026-08）上升 166.7%。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完成情况：已完成 4 条，完成率 57.1%；未完成 3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数据质量：日期缺失 0 行（未计入趋势）、数量缺失 0 行（按 0 计）。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下月计划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「线上运维」为当前最大投入类别（3 条），下月（2026-10）保持资源投入并设定数量目标。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对未完成事项（3 条）逐项跟进，滚动更新状态。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沿用本报表口径（去重、缺失统计、趋势与占比）按月复盘。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统计区间：2026-08 ~ 2026-09 ｜ 有效记录 7 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