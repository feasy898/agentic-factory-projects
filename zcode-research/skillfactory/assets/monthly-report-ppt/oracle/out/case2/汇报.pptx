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月度工作汇报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数据来源：case2.xlsx ｜ 统计区间：2026-07 ~ 2026-09</a:t>
            </a:r>
          </a:p>
          <a:p>
            <a:pPr algn="ctr"/>
            <a:r>
              <a:rPr sz="1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有效记录 16 条 · 数量合计 67 · 完成率 56.2%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本演示由 oracle.py 确定性生成（openpyxl + matplotlib + python-pptx）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原始行数 21（重复 5 行已剔除、空行 1 行已跳过）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去重后有效记录 16 条，覆盖 3 个月（2026-07 ~ 2026-09）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数量合计 67；条目最多类别：「团队协作」（5 条）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已完成 9 条，完成率 56.2%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数据缺失：日期 2 行（未计入趋势）、数量 0 行（按 0 计）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附图 3 张：月度趋势 / 类别分布 / 状态占比</a:t>
            </a:r>
          </a:p>
        </p:txBody>
      </p:sp>
      <p:pic>
        <p:nvPicPr>
          <p:cNvPr id="5" name="Picture 4" descr="月度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8521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数据来源：case2.xlsx ｜ 口径：去重后行级统计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类别明细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58521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463040"/>
                <a:gridCol w="1188720"/>
              </a:tblGrid>
              <a:tr h="4767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条目数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数量合计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团队协作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31.2%</a:t>
                      </a:r>
                    </a:p>
                  </a:txBody>
                  <a:tcPr>
                    <a:solidFill/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线上运维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25.0%</a:t>
                      </a:r>
                    </a:p>
                  </a:txBody>
                  <a:tcPr>
                    <a:solidFill/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技术调研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18.8%</a:t>
                      </a:r>
                    </a:p>
                  </a:txBody>
                  <a:tcPr>
                    <a:solidFill/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需求开发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18.8%</a:t>
                      </a:r>
                    </a:p>
                  </a:txBody>
                  <a:tcPr>
                    <a:solidFill/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未分类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6.2%</a:t>
                      </a:r>
                    </a:p>
                  </a:txBody>
                  <a:tcPr>
                    <a:solidFill/>
                  </a:tcPr>
                </a:tc>
              </a:tr>
              <a:tr h="4767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类别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注：类别缺失的行归入「未分类」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结论与下月计划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记录规模：原始 21 行，剔除重复 5 行、空行 1 行后有效 16 条，数量合计 67。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覆盖 3 个月（2026-07 ~ 2026-09）；条目最多的类别为「团队协作」，共 5 条。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趋势：末月（2026-09）数量合计 28，较首月（2026-07）上升 133.3%。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完成情况：已完成 9 条，完成率 56.2%；未完成 7 条，其中阻塞 1 条。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数据质量：日期缺失 2 行（未计入趋势）、数量缺失 0 行（按 0 计）。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下月计划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「团队协作」为当前最大投入类别（5 条），下月（2026-10）保持资源投入并设定数量目标。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优先清理阻塞事项（1 条），明确责任人与解除条件。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对未完成事项（7 条）逐项跟进，滚动更新状态。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补齐台账质量：补录缺失日期 2 行、缺失数量 0 行。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沿用本报表口径（去重、缺失统计、趋势与占比）按月复盘。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统计区间：2026-07 ~ 2026-09 ｜ 有效记录 16 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